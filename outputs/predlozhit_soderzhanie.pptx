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27b818603046c2" /><Relationship Type="http://schemas.openxmlformats.org/officeDocument/2006/relationships/extended-properties" Target="/docProps/app.xml" Id="R016d6166057742e4" /><Relationship Type="http://schemas.openxmlformats.org/officeDocument/2006/relationships/officeDocument" Target="/ppt/presentation.xml" Id="R9f87671abe6d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daa44def84260"/>
  </p:sldMasterIdLst>
  <p:notesMasterIdLst>
    <p:notesMasterId xmlns:r="http://schemas.openxmlformats.org/officeDocument/2006/relationships" r:id="Rdd576f7ecd7b43dc"/>
  </p:notesMasterIdLst>
  <p:sldIdLst>
    <p:sldId xmlns:r="http://schemas.openxmlformats.org/officeDocument/2006/relationships" id="256" r:id="Re8208b8cb63c48bd"/>
    <p:sldId xmlns:r="http://schemas.openxmlformats.org/officeDocument/2006/relationships" id="257" r:id="Raecc927d1d914b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792f0e7a404d2c" /><Relationship Type="http://schemas.openxmlformats.org/officeDocument/2006/relationships/slideMaster" Target="/ppt/slideMasters/slideMaster1.xml" Id="Rb6bdaa44def84260" /><Relationship Type="http://schemas.openxmlformats.org/officeDocument/2006/relationships/notesMaster" Target="/ppt/notesMasters/notesMaster1.xml" Id="Rdd576f7ecd7b43dc" /><Relationship Type="http://schemas.openxmlformats.org/officeDocument/2006/relationships/presProps" Target="/ppt/presProps.xml" Id="Rd7050ac1c817454d" /><Relationship Type="http://schemas.openxmlformats.org/officeDocument/2006/relationships/tableStyles" Target="/ppt/tableStyles.xml" Id="R0d748d2cb89843f1" /><Relationship Type="http://schemas.openxmlformats.org/officeDocument/2006/relationships/slide" Target="/ppt/slides/slide1.xml" Id="Re8208b8cb63c48bd" /><Relationship Type="http://schemas.openxmlformats.org/officeDocument/2006/relationships/slide" Target="/ppt/slides/slide2.xml" Id="Raecc927d1d91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a872de31f48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407ff32bd4f0c" /><Relationship Type="http://schemas.openxmlformats.org/officeDocument/2006/relationships/notesMaster" Target="/ppt/notesMasters/notesMaster1.xml" Id="R7b6c84eb34b148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74541af39414a" /><Relationship Type="http://schemas.openxmlformats.org/officeDocument/2006/relationships/notesMaster" Target="/ppt/notesMasters/notesMaster1.xml" Id="R5373c34acbdb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131ab7ade49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04a424fe064e4e" /><Relationship Type="http://schemas.openxmlformats.org/officeDocument/2006/relationships/slideLayout" Target="/ppt/slideLayouts/slideLayout1.xml" Id="R00c596fba190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596fba190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ed182b8fa4898" /><Relationship Type="http://schemas.openxmlformats.org/officeDocument/2006/relationships/notesSlide" Target="/ppt/notesSlides/notesSlide1.xml" Id="R3b6318430f004f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3879b3c994821" /><Relationship Type="http://schemas.openxmlformats.org/officeDocument/2006/relationships/notesSlide" Target="/ppt/notesSlides/notesSlide2.xml" Id="Re0c67e8fd6164e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0B046-93D9-4969-8BFE-89319DA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C35"/>
                </a:solidFill>
              </a:defRPr>
            </a:pPr>
            <a:r>
              <a:rPr sz="1050" b="1">
                <a:solidFill>
                  <a:srgbClr val="FF5C35"/>
                </a:solidFill>
              </a:rPr>
              <a:t>TUTOR BOT · СОЗДАНИЕ ЗАМЕТКИ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5CA4-3969-4DB3-9FAF-B577AC6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«Предложить содержание» превращает тему в черновик Markdown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E3272-4BEE-4CB8-9A31-6A1A8AF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625F"/>
                </a:solidFill>
              </a:defRPr>
            </a:pPr>
            <a:r>
              <a:rPr sz="1050" b="1">
                <a:solidFill>
                  <a:srgbClr val="5E625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B8459-40F1-4B20-8FE9-F5F973C5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25F"/>
                </a:solidFill>
              </a:defRPr>
            </a:pPr>
            <a:r>
              <a:rPr sz="1350">
                <a:solidFill>
                  <a:srgbClr val="5E625F"/>
                </a:solidFill>
              </a:rPr>
              <a:t>Пользователь сохраняет контроль: генерация заполняет поле, но заметка создаётся только отдельным подтверждением.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0225B-777B-4B6E-8A11-D764753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F051E-DCBA-4E7C-998E-1FC0CE9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35"/>
          </a:solidFill>
          <a:ln xmlns:a="http://schemas.openxmlformats.org/drawingml/2006/main" w="0">
            <a:solidFill>
              <a:srgbClr val="FF5C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76EA1-921B-4BD4-A4BA-54EE5A3F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34058-4B8A-4FAC-94E6-B9DE6BE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Тема + fullness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CB7EC-086F-4F15-AD5A-7353C3E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Streamlit form принимает название и глубину 4–10.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863FC-FC3C-4BE2-A2DF-27BC23E6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47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32B99-CACC-4730-9C06-84793B0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3E9"/>
          </a:solidFill>
          <a:ln xmlns:a="http://schemas.openxmlformats.org/drawingml/2006/main" w="0">
            <a:solidFill>
              <a:srgbClr val="3563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D47EA-3775-4E18-9861-264DB7A9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8C4F5-EDE0-4B12-8880-A9FD0D5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194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Prompt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C8E62-86AB-467B-9DB8-4C8DF56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7185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System prompt задаёт Markdown, структуру и запрет frontmatter.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C7BD0-B833-47EA-8BBF-51D3A73E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6EB9A-2C5B-4E91-B81A-35110D4B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A64"/>
          </a:solidFill>
          <a:ln xmlns:a="http://schemas.openxmlformats.org/drawingml/2006/main" w="0">
            <a:solidFill>
              <a:srgbClr val="0E7A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8207D-F2AA-401D-B4FB-7E52C02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EBB03-41DB-459E-9EA0-7B9B5A5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LLM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E00E8-853B-4BB2-A906-77CF5E4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Единый Protocol маршрутизирует запрос в Ollama, Yandex AI Studio или vLLM.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EAA8D-CBAF-4786-BDB8-75B7B5A2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47875"/>
            <a:ext cx="2457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15ED0-CD6B-4938-B8FE-A03FB136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35"/>
          </a:solidFill>
          <a:ln xmlns:a="http://schemas.openxmlformats.org/drawingml/2006/main" w="0">
            <a:solidFill>
              <a:srgbClr val="FF5C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A7F4B-F148-4335-BE8E-D51727F0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ADE1C-AE57-4C0B-AF0B-D0519718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194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Preview → 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363AE-EA85-4B73-B1A7-141F61E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7185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session_state + rerun подставляют текст без автосохранения заметки.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FDF75-5122-4161-A4F3-27085C0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25F"/>
                </a:solidFill>
              </a:defRPr>
            </a:pPr>
            <a:r>
              <a:rPr sz="1200" b="1">
                <a:solidFill>
                  <a:srgbClr val="5E625F"/>
                </a:solidFill>
              </a:rPr>
              <a:t>Технологии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5FCCB-ACDA-43F0-902C-508F5606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Python 3.12  ·  Streamlit  ·  Ollama SDK  ·  OpenAI SDK  ·  Langfuse  ·  provider abstraction / DI  ·  token usage tracking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03559-7239-460A-9009-B45456B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E7A64"/>
                </a:solidFill>
              </a:defRPr>
            </a:pPr>
            <a:r>
              <a:rPr sz="1200">
                <a:solidFill>
                  <a:srgbClr val="0E7A64"/>
                </a:solidFill>
              </a:rPr>
              <a:t>Не участвуют в этой фиче: RAG, ChromaDB, BM25, reranker и LangChain.</a:t>
            </a:r>
          </a:p>
        </p:txBody>
      </p:sp>
    </p:spTree>
    <p:extLst>
      <p:ext uri="{BB962C8B-B14F-4D97-AF65-F5344CB8AC3E}">
        <p14:creationId xmlns:p14="http://schemas.microsoft.com/office/powerpoint/2010/main" val="294978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F9DD6-0750-4E0D-BD8F-8FF6F71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C35"/>
                </a:solidFill>
              </a:defRPr>
            </a:pPr>
            <a:r>
              <a:rPr sz="1050" b="1">
                <a:solidFill>
                  <a:srgbClr val="FF5C35"/>
                </a:solidFill>
              </a:rPr>
              <a:t>КЛЮЧЕВАЯ 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65491-EBF4-4834-BC84-5DBCBA6C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Объём управляется fullness, а интеграция не зависит от конкретной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1D7E5-A9E1-4818-9DF2-8E4F027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625F"/>
                </a:solidFill>
              </a:defRPr>
            </a:pPr>
            <a:r>
              <a:rPr sz="1050" b="1">
                <a:solidFill>
                  <a:srgbClr val="5E625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DE478-555E-4905-9BB3-8C24E3F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810375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151A21"/>
          </a:solidFill>
          <a:ln xmlns:a="http://schemas.openxmlformats.org/drawingml/2006/main" w="9525">
            <a:solidFill>
              <a:srgbClr val="151A2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95C5-7F11-4EB5-9BCA-8007A005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6381750" cy="397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def generate(self, title: str, fullness: int = 7) -&gt; str: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if fullness &lt; 4 or fullness &gt; 10: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raise ValueError("Fullness must be between 4 and 10")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response = self._provider.generate(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messages=[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    {"role": "system", "content": _SYSTEM_PROMPT},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    {"role": "user", "content": (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        f"Тема заметки: {title}\n"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        f"Целевая заполненность: {fullness} из 10."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    )},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],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temperature=0.3,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    max_tokens=max(4000, 1000 + (fullness - 4) * 1000),</a:t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E8EDF2"/>
                </a:solidFill>
              </a:defRPr>
            </a:pPr>
            <a:r>
              <a:rPr sz="1050">
                <a:solidFill>
                  <a:srgbClr val="E8EDF2"/>
                </a:solidFill>
              </a:rPr>
              <a:t>    return response.text.strip()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B8FD5-209F-4E59-9089-CE896CA9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Что здесь важно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179EB-1396-4B88-907F-EC56AB26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5C35"/>
                </a:solidFill>
              </a:defRPr>
            </a:pPr>
            <a:r>
              <a:rPr sz="1200" b="1">
                <a:solidFill>
                  <a:srgbClr val="FF5C3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E34C7-B79B-4551-BB4E-8CF8392E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Динамический token 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083A8-5C59-47F1-A9E3-A7A8E285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4–7 → 4k токенов, 8 → 5k, 9 → 6k, 10 → 7k.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C63C1-FFF7-4EE6-9D52-8418E10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563E9"/>
                </a:solidFill>
              </a:defRPr>
            </a:pPr>
            <a:r>
              <a:rPr sz="1200" b="1">
                <a:solidFill>
                  <a:srgbClr val="3563E9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08DE5-B5B7-4028-B58B-80CD2611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623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Низкая вариативность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552E6-0009-4CCE-B25E-4730258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temperature = 0.3 делает учебный материал стабильнее.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C8702-462C-4A50-8B91-44DBA41C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7A64"/>
                </a:solidFill>
              </a:defRPr>
            </a:pPr>
            <a:r>
              <a:rPr sz="1200" b="1">
                <a:solidFill>
                  <a:srgbClr val="0E7A6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6EFF4-05AF-41ED-84F4-4BD3C91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910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Наблюдаемость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FE971-14DB-4986-8808-EDEB2A8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25F"/>
                </a:solidFill>
              </a:defRPr>
            </a:pPr>
            <a:r>
              <a:rPr sz="1200">
                <a:solidFill>
                  <a:srgbClr val="5E625F"/>
                </a:solidFill>
              </a:rPr>
              <a:t>ObservedLlmProvider пишет trace и usage в Langfuse; UI считает токены сессии.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95D74-B791-49C6-A93F-74B70FD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007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Подходы: prompt contract · Strategy/Adapter через LlmProvider · dependency injection · preview-before-write</a:t>
            </a:r>
          </a:p>
        </p:txBody>
      </p:sp>
    </p:spTree>
    <p:extLst>
      <p:ext uri="{BB962C8B-B14F-4D97-AF65-F5344CB8AC3E}">
        <p14:creationId xmlns:p14="http://schemas.microsoft.com/office/powerpoint/2010/main" val="212728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2026-07-05T19:01:45.9260000Z</dcterms:created>
  <dcterms:modified xsi:type="dcterms:W3CDTF">2026-07-05T19:01:45.9270000Z</dcterms:modified>
</coreProperties>
</file>